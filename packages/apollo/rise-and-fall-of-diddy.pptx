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Rise and Fall of Diddy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$1 Billion Empire to 50 Months Behind Bars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$1B+ built on music, fashion, and vodka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Boy Records Founded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Grammy Awards Won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Ciroc 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Grammy Nominations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Forbes, Billboard, Business Insider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BOY RECORDS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Hip-hop's most influential label of the '90s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The Notorious B.I.G. to legend status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Mase, Faith Evans, The Lox, 112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platinum albums in first 5 years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Returned publishing rights to all artists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Rolling Stone, AP News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music: A billion-dollar brand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Ciroc Vodka: Turned -$40M loss into $400M annual revenue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John: Fashion empire worth $450M at peak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Revolt TV: Hip-hop media network founded 2013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Estate: $60M+ in luxury properties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DeLeon Tequila: Premium spirits partnership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Bloomberg, Business Insider, Forbes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penthouse to prison in 24 months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 '23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Ex-girlfriend Cassie files lawsuit alleging abuse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'24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agents raid homes in LA and Miami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 '24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Arrested in NYC on federal indictment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'25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trial begins in Manhattan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 '25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Guilty on 2 of 5 counts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 '25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794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Sentenced to 50 months in federal prison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AP News, NBC News, NPR, BBC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Guilty: 2 counts of transportation for prostitution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Guilty: Racketeering conspiracy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Guilty: Sex trafficking by force/fraud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Guilty: 2 counts transporting for prostitution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Sentence: 50 months prison + $500K fine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"Prosecutors sought 11+ years. Defense wanted 14 months. Judge gave 4 years, 2 months."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U.S. District Court SDNY, CNN, NBC News (October 3, 2025)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AFTERMATH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 to ~$400M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worth collapsed. Ciroc deal ended. Private jet sold.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civil lawsuits pending. A cautionary tale of unchecked power.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Combs, age 55, currently incarcerated at MDC Brooklyn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Bloomberg, Business Insider, The Sun (2024-2025)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and Fall of Sean Diddy Combs</dc:title>
  <dc:subject>PptxGenJS Presentation</dc:subject>
  <dc:creator>Apollo</dc:creator>
  <cp:lastModifiedBy>Apollo</cp:lastModifiedBy>
  <cp:revision>1</cp:revision>
  <dcterms:created xsi:type="dcterms:W3CDTF">2026-01-20T09:25:37Z</dcterms:created>
  <dcterms:modified xsi:type="dcterms:W3CDTF">2026-01-20T09:25:37Z</dcterms:modified>
</cp:coreProperties>
</file>