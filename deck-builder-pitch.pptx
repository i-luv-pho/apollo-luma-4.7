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1A1A1A"/>
                </a:solidFill>
                <a:latin typeface="Inter"/>
              </a:defRPr>
            </a:pPr>
            <a:r>
              <a:t>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Inter"/>
              </a:defRPr>
            </a:pPr>
            <a:r>
              <a:t>AI that thinks before it designs.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99999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Inter"/>
              </a:defRPr>
            </a:pPr>
            <a:r>
              <a:t>Every AI slide builder uses weak models and hides it with templates.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44444"/>
                </a:solidFill>
                <a:latin typeface="Inter"/>
              </a:defRPr>
            </a:pPr>
            <a:r>
              <a:t>—  Generic decks that follow the same tired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44444"/>
                </a:solidFill>
                <a:latin typeface="Inter"/>
              </a:defRPr>
            </a:pPr>
            <a:r>
              <a:t>—  No understanding of your company, industry, or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44444"/>
                </a:solidFill>
                <a:latin typeface="Inter"/>
              </a:defRPr>
            </a:pPr>
            <a:r>
              <a:t>—  Pattern-matching instead of actual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44444"/>
                </a:solidFill>
                <a:latin typeface="Inter"/>
              </a:defRPr>
            </a:pPr>
            <a:r>
              <a:t>—  Locked into proprietary formats you can't edit elsewhere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Inter"/>
              </a:defRPr>
            </a:pPr>
            <a:r>
              <a:t>Other tools make bad AI work through clever UX.</a:t>
            </a:r>
            <a:br/>
            <a:r>
              <a:t>We start with the best AI and let it do what it's good 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99999"/>
                </a:solidFill>
                <a:latin typeface="Inter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Inter"/>
              </a:defRPr>
            </a:pPr>
            <a:r>
              <a:t>An AI deck builder that actually thinks about what you're creating.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99999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Inter"/>
              </a:defRPr>
            </a:pPr>
            <a:r>
              <a:t>Best-in-class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Powered by Claude and top-tier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99999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Inter"/>
              </a:defRPr>
            </a:pPr>
            <a:r>
              <a:t>Real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Web search for context on your company and 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99999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Inter"/>
              </a:defRPr>
            </a:pPr>
            <a:r>
              <a:t>Adaptive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Understands pitch decks, sales decks, internal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99999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  <a:latin typeface="Inter"/>
              </a:defRPr>
            </a:pPr>
            <a:r>
              <a:t>Portable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Export to PPTX — edit in Canva, Google Slides, PowerPoint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Inter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Inter"/>
              </a:defRPr>
            </a:pPr>
            <a:r>
              <a:t>Describe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Inter"/>
              </a:defRPr>
            </a:pPr>
            <a:r>
              <a:t>Tell us about your company and what kind of deck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Inter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Inter"/>
              </a:defRPr>
            </a:pPr>
            <a:r>
              <a:t>AI searches the web to understand your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Inter"/>
              </a:defRPr>
            </a:pPr>
            <a:r>
              <a:t>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Inter"/>
              </a:defRPr>
            </a:pPr>
            <a:r>
              <a:t>AI thinks through the right structure and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Inter"/>
              </a:defRPr>
            </a:pPr>
            <a: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Inter"/>
              </a:defRPr>
            </a:pPr>
            <a:r>
              <a:t>Get a complete deck you can export and edit anywhere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Inter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1A"/>
                </a:solidFill>
                <a:latin typeface="Inter"/>
              </a:defRPr>
            </a:pPr>
            <a:r>
              <a:t>Web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Inter"/>
              </a:defRPr>
            </a:pPr>
            <a:r>
              <a:t>Researches your company, competitors, and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1A"/>
                </a:solidFill>
                <a:latin typeface="Inter"/>
              </a:defRPr>
            </a:pPr>
            <a:r>
              <a:t>Context 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Inter"/>
              </a:defRPr>
            </a:pPr>
            <a:r>
              <a:t>Adapts to pitch decks, sales decks, internal 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1A"/>
                </a:solidFill>
                <a:latin typeface="Inter"/>
              </a:defRPr>
            </a:pPr>
            <a:r>
              <a:t>Clean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Inter"/>
              </a:defRPr>
            </a:pPr>
            <a:r>
              <a:t>Minimal, professional slides that don't look AI-generated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1A"/>
                </a:solidFill>
                <a:latin typeface="Inter"/>
              </a:defRPr>
            </a:pPr>
            <a:r>
              <a:t>PPTX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Inter"/>
              </a:defRPr>
            </a:pPr>
            <a:r>
              <a:t>Download and edit in any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1A"/>
                </a:solidFill>
                <a:latin typeface="Inter"/>
              </a:defRPr>
            </a:pPr>
            <a:r>
              <a:t>Reasoning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Inter"/>
              </a:defRPr>
            </a:pPr>
            <a:r>
              <a:t>See why the AI made each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1A"/>
                </a:solidFill>
                <a:latin typeface="Inter"/>
              </a:defRPr>
            </a:pPr>
            <a:r>
              <a:t>Iterate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Inter"/>
              </a:defRPr>
            </a:pPr>
            <a:r>
              <a:t>Refine slides with natural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Inter"/>
              </a:defRPr>
            </a:pPr>
            <a:r>
              <a:t>Why We're Different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457200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1A1A"/>
                </a:solidFill>
                <a:latin typeface="Inter"/>
              </a:defRPr>
            </a:pPr>
            <a:r>
              <a:t>Other AI Builders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✗ Weak models with heavy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✗ Same generic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✗ No research or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✗ Locked in proprietary 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  <a:latin typeface="Inter"/>
              </a:defRPr>
            </a:pPr>
            <a:r>
              <a:t>✗ Pattern matching, not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011680"/>
            <a:ext cx="4572000" cy="3657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"/>
              </a:defRPr>
            </a:pPr>
            <a:r>
              <a:t>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0E0"/>
                </a:solidFill>
                <a:latin typeface="Inter"/>
              </a:defRPr>
            </a:pPr>
            <a:r>
              <a:t>✓ Claude and top-tier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0E0"/>
                </a:solidFill>
                <a:latin typeface="Inter"/>
              </a:defRPr>
            </a:pPr>
            <a:r>
              <a:t>✓ Adaptive structure for each use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0E0"/>
                </a:solidFill>
                <a:latin typeface="Inter"/>
              </a:defRPr>
            </a:pPr>
            <a:r>
              <a:t>✓ Web search for real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0E0"/>
                </a:solidFill>
                <a:latin typeface="Inter"/>
              </a:defRPr>
            </a:pPr>
            <a:r>
              <a:t>✓ Export to PPTX, edit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0E0"/>
                </a:solidFill>
                <a:latin typeface="Inter"/>
              </a:defRPr>
            </a:pPr>
            <a:r>
              <a:t>✓ Actual reasoning you can see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1A1A"/>
                </a:solidFill>
                <a:latin typeface="Inter"/>
              </a:defRPr>
            </a:pPr>
            <a:r>
              <a:t>Better AI. Better decks.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Inter"/>
              </a:defRPr>
            </a:pPr>
            <a:r>
              <a:t>Stop fighting templates. Let the best AI think through your presentation.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4389120"/>
            <a:ext cx="2286000" cy="6400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Try Deck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Inter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