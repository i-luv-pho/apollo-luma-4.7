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upload.wikimedia.org/wikipedia/commons/thumb/f/f0/Yves_Saint-Laurent_1958.jpg/440px-Yves_Saint-Laurent_19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20040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1371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Yves Saint Laurent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114800" y="2377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 Who Dressed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9A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in Power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11480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1936 – 2008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designer to make fashion democratic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9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when he became Dior's head designer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9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his own fashion house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9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influence on fashion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9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$3B+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7200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brand revenue today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Britannica, Kering Annual Report 2024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upload.wikimedia.org/wikipedia/commons/thumb/5/50/Le_Smoking_at_deYoung_Museum_San_Francisco.jpg/440px-Le_Smoking_at_deYoung_Museum_San_Francisc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31520"/>
            <a:ext cx="365760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SMOKING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8229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suit that changed everything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1966, YSL unveiled the women's tuxedo. Restaurants refused entry. Society was scandalized. History was made.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tuxedo designed for women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Challenged gender norms in fashion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474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Gave women the uniform of power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886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in production 60 years later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Musée Yves Saint Laurent Paris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upload.wikimedia.org/wikipedia/commons/thumb/a/a4/Yves_St_Laurent_Mondrian_dress.jpg/440px-Yves_St_Laurent_Mondrian_dr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320040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0" y="457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MEETS FASHION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840480" y="822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Mondrian Collection, 1965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840480" y="16459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YSL transformed Piet Mondrian's geometric paintings into wearable art, proving fashion could be a canvas.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4048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iconic shift dresses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4048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De Stijl movement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048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Blurred line between art &amp; fashion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40480" y="3703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in museum collections worldwide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V&amp;A Museum, Wikipedia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LIFE OF FIRSTS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Revolutionary moments in fashion history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691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head of Christian Dior at age 21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305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13055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Yves Saint Laurent with Pierre Bergé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6946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56946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Mondrian Collection merges art and fashion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0083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300837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Smoking tuxedo revolutionizes womenswear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4472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344728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Rive Gauche — first luxury ready-to-wear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886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Retires after 40+ years of haute couture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Britannica, Musée YSL Paris, GOAT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EMPIRE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€3B+ luxury powerhouse under Kering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Acquired by Kering (then PPR) in 1999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Renamed 'Saint Laurent' in 2012 under Hedi Slimane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Ready-to-wear, handbags, shoes, beauty, eyewear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stores in Paris, NYC, Tokyo, London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Director: Anthony Vaccarello (since 2016)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9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"Fashion fades, style is eternal." — Yves Saint Laurent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Kering 2024 Annual Report, Fashion Dive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didn't just dress women.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empowered them.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pioneering ready-to-wear to shattering gender norms,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Yves Saint Laurent gave women the wardrobe of independence.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vision lives on in every power suit, every tuxedo jacket,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woman who dresses for herself.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Musée Yves Saint Laurent: Paris &amp; Marrakech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Britannica, Medium, EBSCO Research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Yves Saint Laurent: The Man Who Dressed Women in Power</dc:title>
  <dc:subject>PptxGenJS Presentation</dc:subject>
  <dc:creator>Apollo</dc:creator>
  <cp:lastModifiedBy>Apollo</cp:lastModifiedBy>
  <cp:revision>1</cp:revision>
  <dcterms:created xsi:type="dcterms:W3CDTF">2026-01-20T09:34:40Z</dcterms:created>
  <dcterms:modified xsi:type="dcterms:W3CDTF">2026-01-20T09:34:40Z</dcterms:modified>
</cp:coreProperties>
</file>